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24281" y="4559427"/>
            <a:ext cx="4513908" cy="311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uarterly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45228" y="4368927"/>
            <a:ext cx="1853542" cy="311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1061" y="4106781"/>
            <a:ext cx="3721876" cy="155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Q4 2024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411" y="3670848"/>
            <a:ext cx="228360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Presented by: The Analytics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411" y="3566939"/>
            <a:ext cx="1062915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15huy9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88" y="1638300"/>
            <a:ext cx="5378823" cy="21820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24312" y="5931754"/>
            <a:ext cx="3527432" cy="2078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evenue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411" y="5510039"/>
            <a:ext cx="6813176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Our revenue has shown consistent growth throughout 2024, with Q4 reaching an all-time high of $2.6M.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411" y="5406130"/>
            <a:ext cx="3155277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This represents a 24% increase year-over-year.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5764" y="1191490"/>
            <a:ext cx="6992470" cy="233795"/>
          </a:xfrm>
          <a:prstGeom prst="rect">
            <a:avLst/>
          </a:prstGeom>
          <a:solidFill>
            <a:srgbClr val="1F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5764" y="1425286"/>
            <a:ext cx="6992470" cy="623454"/>
          </a:xfrm>
          <a:prstGeom prst="rect">
            <a:avLst/>
          </a:prstGeom>
          <a:solidFill>
            <a:srgbClr val="F4F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5764" y="1191490"/>
            <a:ext cx="6992470" cy="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5764" y="2048740"/>
            <a:ext cx="6992470" cy="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5764" y="1191490"/>
            <a:ext cx="0" cy="85725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68235" y="1191490"/>
            <a:ext cx="0" cy="85725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5764" y="1425286"/>
            <a:ext cx="6992470" cy="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5764" y="1581149"/>
            <a:ext cx="6992470" cy="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5764" y="1737013"/>
            <a:ext cx="6992470" cy="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5764" y="1892877"/>
            <a:ext cx="6992470" cy="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5176" y="1191490"/>
            <a:ext cx="0" cy="85725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78823" y="1191490"/>
            <a:ext cx="0" cy="85725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2470" y="1191490"/>
            <a:ext cx="0" cy="85725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4312" y="5931754"/>
            <a:ext cx="4045592" cy="2078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ey Performance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6460" y="5515113"/>
            <a:ext cx="428333" cy="103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Metri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8113" y="5515113"/>
            <a:ext cx="588084" cy="103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Q3 202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1760" y="5515113"/>
            <a:ext cx="588084" cy="103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Q4 202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1617" y="5515113"/>
            <a:ext cx="657471" cy="103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7208" y="5302221"/>
            <a:ext cx="89676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Revenue ($M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8158" y="5302221"/>
            <a:ext cx="12460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1805" y="5302221"/>
            <a:ext cx="12460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7238" y="5302221"/>
            <a:ext cx="38622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+13%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9342" y="5146357"/>
            <a:ext cx="647550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5085" y="5146357"/>
            <a:ext cx="290755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1,45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732" y="5146357"/>
            <a:ext cx="290755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1,68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7238" y="5146357"/>
            <a:ext cx="38622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+16%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39943" y="4990493"/>
            <a:ext cx="1511300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Average Deal Size ($K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7390" y="4990493"/>
            <a:ext cx="166145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1037" y="4990493"/>
            <a:ext cx="166145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525" y="4990493"/>
            <a:ext cx="265654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-2%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9772" y="4834630"/>
            <a:ext cx="1378323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Customer Satisfactio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5854" y="4834630"/>
            <a:ext cx="249218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4.2/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9501" y="4834630"/>
            <a:ext cx="249218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4.5/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8774" y="4834630"/>
            <a:ext cx="303156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+7%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5411" y="4465752"/>
            <a:ext cx="780228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Highlights: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5640" y="4465752"/>
            <a:ext cx="5788211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 Strong growth in customer acquisition and satisfaction. Slight decrease in average deal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5411" y="4361843"/>
            <a:ext cx="3379694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size due to strategic focus on mid-market segment.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4590" y="5931754"/>
            <a:ext cx="3706367" cy="2078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5411" y="5510039"/>
            <a:ext cx="41536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(cid:127)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6948" y="5510039"/>
            <a:ext cx="148604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Strong Performance: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2997" y="5510039"/>
            <a:ext cx="2242371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 Exceeded revenue targets by 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411" y="5291830"/>
            <a:ext cx="41536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(cid:127)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6948" y="5291830"/>
            <a:ext cx="1311536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Customer Growth: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8484" y="5291830"/>
            <a:ext cx="259094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 Successfully expanded customer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411" y="5073621"/>
            <a:ext cx="41536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(cid:127)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948" y="5073621"/>
            <a:ext cx="1411194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Product Innovation: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142" y="5073621"/>
            <a:ext cx="2217420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 Launched 3 major features in 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5411" y="4855412"/>
            <a:ext cx="41536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(cid:127)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6948" y="4855412"/>
            <a:ext cx="123712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Team Expansion: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4077" y="4855412"/>
            <a:ext cx="2507876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 Grew team by 15% to support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411" y="4252618"/>
            <a:ext cx="1574560" cy="103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1">
                <a:solidFill>
                  <a:srgbClr val="000000"/>
                </a:solidFill>
                <a:latin typeface="Helvetica"/>
              </a:rPr>
              <a:t>Q1 2025 Priorities: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411" y="3923693"/>
            <a:ext cx="2142564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1. Expand enterprise sales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5411" y="3705484"/>
            <a:ext cx="2026322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2. Launch new product vertical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411" y="3487275"/>
            <a:ext cx="271540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3. Improve customer onboarding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411" y="3269066"/>
            <a:ext cx="3163794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4. Increase marketing investment in key regions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