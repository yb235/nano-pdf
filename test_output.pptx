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24281" y="4559427"/>
            <a:ext cx="4513908" cy="311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uarterly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45228" y="4368927"/>
            <a:ext cx="1853542" cy="311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1" i="0">
                <a:solidFill>
                  <a:srgbClr val="000000"/>
                </a:solidFill>
                <a:latin typeface="Helvetica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1061" y="4106781"/>
            <a:ext cx="3721876" cy="155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Q4 2024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5411" y="3670848"/>
            <a:ext cx="2283609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Presented by: The Analytics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411" y="3566939"/>
            <a:ext cx="1062915" cy="86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900" b="0" i="0">
                <a:solidFill>
                  <a:srgbClr val="000000"/>
                </a:solidFill>
                <a:latin typeface="Helvetica"/>
              </a:rPr>
              <a:t>December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